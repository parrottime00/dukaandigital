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Arial"/>
              </a:defRPr>
            </a:pPr>
            <a:r>
              <a:t>WEBPULSE LOCAL</a:t>
            </a:r>
          </a:p>
          <a:p>
            <a:pPr>
              <a:defRPr sz="2000">
                <a:solidFill>
                  <a:srgbClr val="F8FAFC"/>
                </a:solidFill>
                <a:latin typeface="Calibri"/>
              </a:defRPr>
            </a:pPr>
            <a:r>
              <a:t>Turnkey Ready-Made Websites &amp; Managed Hosting for Local Businesses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310896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⚡ 24-Hour Go-Live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pre-built vertical templates for immediate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377440"/>
            <a:ext cx="310896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🛡️ 100% Fully Managed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Hosting, security, SSL &amp; updates handled end-to-end.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377440"/>
            <a:ext cx="310896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9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📈 Business Info Hub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management for operating hours, services &amp; contacts.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TAILORED FOR 13+ LOCAL BUSINESS VERTICALS: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3891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Dentists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43891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3891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Doctors &amp; Clinics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3891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43891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Salons &amp; Spas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3891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43891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Restaurants &amp; Cafes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8463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Gyms &amp; Fitness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8463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48463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Coaching Classes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8463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8463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Auto Garages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48463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48463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Real Estate Agents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3035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Photographers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11880" y="53035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53035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Hotels &amp; Stays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3035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53035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Local Retailers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5303520"/>
            <a:ext cx="23317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53035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• Home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01 / MARKET PAIN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The Local Business Digital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💰 High Agency Costs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Traditional web design agencies charge $2,000–$5,000+ upfront. Small local merchants simply cannot justify this capital outlay.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⚙️ Technical Complexity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Setting up domains, cloud hosting, SSL security, and CMS platforms creates massive friction for non-tech-savvy owners.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5257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🕒 Stale Information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Updating business hours, holiday closures, services, or phone numbers requires developer assistance, leading to outdated sites.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383280"/>
            <a:ext cx="5257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5204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📱 Poor Mobile Experience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Over 70% of legacy local websites lack responsive mobile design and fail basic Google search optimization standards.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72865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KEY MARKET REALITY: 84% of consumers check online business profiles before visiting — yet 60%+ of local merchants lack an up-to-date, mobile-ready website.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02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All-in-One Plug &amp; Play Web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PILLAR 01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🎨 Ready-Made Templates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Industry-specific, pre-designed templates customized for dentists, salons, cafes, garages, and 9+ other categories. Ready on day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373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PILLAR 02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☁️ Managed High-Speed Hosting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Zero technical setup. Lightning-fast cloud infrastructure, free SSL certificates, automated backups, and 99.9% uptime guaranteed.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373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PILLAR 03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⚙️ Centralized Info Hub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Intuitive dashboard allowing local owners to instantly update business hours, menu pricing, photos, and contact info in under 60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728655" cy="82296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THE WEBPULSE PROMISE: Zero coding required. Zero hosting headaches. 100% managed end-to-end service for an affordable monthly fee.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03 / PRODUCT &amp;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Key Features &amp; Merchant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🏷️ Vertical-Tailored Specs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Pre-built online booking for clinics, digital menus for cafes, vehicle quote forms for auto garages, and gallery showcases for photographers.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⚡ Included Cloud Hosting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High-speed CDN delivery, automatic SSL encryption, domain mapping, and continuous uptime monitoring included with zero hidden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📱 100% Mobile Responsive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Fluid, touch-optimized layouts engineered specifically to convert mobile visitors into calling or visiting local customers.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🔄 Instant Info Manager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Simple self-serve or text-assisted portal to change business hours, add emergency alerts, update pricing, or post announcements.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8620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069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🔍 SEO &amp; Google Maps Sync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Built-in structured schema markup, local keyword optimization, and seamless Google Business Profile integration for high ranking.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88620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69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🤝 Dedicated Support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Concierge customer success team handles custom content edits, photo uploads, and tech queries via WhatsApp/Email/Phone.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04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Multiple High-Margin Revenue Streams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STARTER PLAN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$29 / mo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($299 billed annually)</a:t>
            </a:r>
          </a:p>
          <a:p/>
          <a:p>
            <a:pPr>
              <a:defRPr sz="1000">
                <a:solidFill>
                  <a:srgbClr val="0F172A"/>
                </a:solidFill>
              </a:defRPr>
            </a:pPr>
            <a:r>
              <a:t>✓ Ready-made template website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Managed Cloud Hosting &amp; SSL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Unlimited business info updates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Mobile responsive &amp; SEO ready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Standard email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GROWTH PLAN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$59 / mo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($599 billed annually)</a:t>
            </a:r>
          </a:p>
          <a:p/>
          <a:p>
            <a:pPr>
              <a:defRPr sz="1000">
                <a:solidFill>
                  <a:srgbClr val="F8FAFC"/>
                </a:solidFill>
              </a:defRPr>
            </a:pPr>
            <a:r>
              <a:t>✓ Everything in Starter Plan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✓ Advanced SEO &amp; Local Maps Sync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✓ Online Booking &amp; Form Engine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✓ Analytics &amp; Lead notifications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✓ Priority Concierge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ONE-TIME SETUP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$149 - $299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Onboarding &amp; Customization</a:t>
            </a:r>
          </a:p>
          <a:p/>
          <a:p>
            <a:pPr>
              <a:defRPr sz="1000">
                <a:solidFill>
                  <a:srgbClr val="0F172A"/>
                </a:solidFill>
              </a:defRPr>
            </a:pPr>
            <a:r>
              <a:t>✓ Domain registration &amp; setup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Custom logo &amp; content population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Google Business Profile sync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Staff training &amp; initial launch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1-on-1 Strategy 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63347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359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UPSELL REVENUE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High-Margin Add-Ons</a:t>
            </a:r>
          </a:p>
          <a:p/>
          <a:p>
            <a:pPr>
              <a:defRPr sz="1100" b="1">
                <a:solidFill>
                  <a:srgbClr val="06B6D4"/>
                </a:solidFill>
              </a:defRPr>
            </a:pPr>
            <a:r>
              <a:t>📢 Digital Marketing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Local Meta &amp; Google Ads setup ($199/mo)</a:t>
            </a:r>
          </a:p>
          <a:p/>
          <a:p>
            <a:pPr>
              <a:defRPr sz="1100" b="1">
                <a:solidFill>
                  <a:srgbClr val="06B6D4"/>
                </a:solidFill>
              </a:defRPr>
            </a:pPr>
            <a:r>
              <a:t>⭐ Reputation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Automated customer review requests ($49/mo)</a:t>
            </a:r>
          </a:p>
          <a:p/>
          <a:p>
            <a:pPr>
              <a:defRPr sz="1100" b="1">
                <a:solidFill>
                  <a:srgbClr val="06B6D4"/>
                </a:solidFill>
              </a:defRPr>
            </a:pPr>
            <a:r>
              <a:t>🌐 Multi-Branch Sync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Additional location pages ($19/mo per site)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05 /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Target Audience &amp; Massive Market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TAM (Total Addressable Market)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50M+ Small Local Businesses Globally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Dentists, salons, garages, restaurants, retailers requiring online presence.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SAM (Serviceable Addressable Market)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12M+ Local Businesses in Target Regions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Merchants in active expansion zones ready for digital transformation.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SOM (Serviceable Obtainable Market)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250,000+ SMBs in Tier-2/Tier-3 Cities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Rapidly growing regional commerce centers with high adoption velocity.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63040"/>
            <a:ext cx="525780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0020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🏙️ Tier-2 &amp; Tier-3 City Expansion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Regional markets are experiencing unprecedented smartphone and high-speed internet penetration, driving local consumers online fast.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063240"/>
            <a:ext cx="525780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20040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⚡ Demand for Done-For-You Solutions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Over 80% of local business owners lack time or technical skill to use DIY builders. Managed service is the winning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4663440"/>
            <a:ext cx="525780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80060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🔁 Recurring Digital Imperative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website is no longer optional—it is the foundational anchor for local search maps, WhatsApp catalogs, and customer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06 /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Why WebPulse Local Stands 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194560"/>
                <a:gridCol w="2011680"/>
                <a:gridCol w="2011680"/>
                <a:gridCol w="2011680"/>
              </a:tblGrid>
              <a:tr h="76809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Feature / Metric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WebPulse Local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Traditional Agency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Freelancers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DIY (Wix/Squarespace)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Go-Live 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⚡ Under 24 Hours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🐢 4 - 8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⌛ 2 - 4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⏳ Days to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Upfront Cost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💚 $0 - $149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🔴 $2,000 - $5,000+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🟠 $800 - $2,000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🟡 $0 (High time cost)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Maintenance &amp; 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💚 100% Fully Managed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🔴 Expensive ($100/hr)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🟠 Unreliable / Slow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🔴 100% DIY Effort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Technical Skill Needed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💚 Zero Skill Required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💚 None Required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🟡 Moderate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🔴 High Learning Curve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UNBEATABLE POSITIONING: 10x Faster Go-Live + 70% Lower Cost + Zero Maintenance Friction for Local Business Owners.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07 / TEAM &amp;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Experienced Founders &amp; Execution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1737360"/>
            <a:ext cx="1097280" cy="10972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73736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Priya Sharma</a:t>
            </a:r>
          </a:p>
          <a:p>
            <a:pPr algn="ctr">
              <a:defRPr sz="1100" b="1">
                <a:solidFill>
                  <a:srgbClr val="4F46E5"/>
                </a:solidFill>
              </a:defRPr>
            </a:pPr>
            <a:r>
              <a:t>Co-Founder &amp; CEO</a:t>
            </a:r>
          </a:p>
          <a:p>
            <a:pPr algn="l">
              <a:defRPr sz="1100">
                <a:solidFill>
                  <a:srgbClr val="64748B"/>
                </a:solidFill>
              </a:defRPr>
            </a:pPr>
            <a:r>
              <a:t>Ex-SaaS Operations Director with 10+ years experience scaling SMB platforms. Led go-to-market strategies for 1,000+ merchants.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32120" y="1737360"/>
            <a:ext cx="1097280" cy="10972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73736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RV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926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Rahul Verma</a:t>
            </a:r>
          </a:p>
          <a:p>
            <a:pPr algn="ctr">
              <a:defRPr sz="1100" b="1">
                <a:solidFill>
                  <a:srgbClr val="4F46E5"/>
                </a:solidFill>
              </a:defRPr>
            </a:pPr>
            <a:r>
              <a:t>Co-Founder &amp; CTO</a:t>
            </a:r>
          </a:p>
          <a:p>
            <a:pPr algn="l">
              <a:defRPr sz="1100">
                <a:solidFill>
                  <a:srgbClr val="64748B"/>
                </a:solidFill>
              </a:defRPr>
            </a:pPr>
            <a:r>
              <a:t>Ex-Senior Cloud Architect. Specialized in multi-tenant automated website generation, cloud hosting, and scalable infrastructure.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6304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0" y="1737360"/>
            <a:ext cx="1097280" cy="10972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73736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926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Ananya Patel</a:t>
            </a:r>
          </a:p>
          <a:p>
            <a:pPr algn="ctr">
              <a:defRPr sz="1100" b="1">
                <a:solidFill>
                  <a:srgbClr val="4F46E5"/>
                </a:solidFill>
              </a:defRPr>
            </a:pPr>
            <a:r>
              <a:t>Head of Customer Success</a:t>
            </a:r>
          </a:p>
          <a:p>
            <a:pPr algn="l">
              <a:defRPr sz="1100">
                <a:solidFill>
                  <a:srgbClr val="64748B"/>
                </a:solidFill>
              </a:defRPr>
            </a:pPr>
            <a:r>
              <a:t>Local merchant onboarding strategist. Built high-retention customer success frameworks across Tier-1 and Tier-2 regional hubs.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CORE CAPABILITY: Full-stack technology team, dedicated vertical template designers, and localized customer support experts committed to merchant growth.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08 / 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Revenue Growth &amp; Strong Unit Economics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YEAR 1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$650,000 ARR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Active Merchant Sites: 1,500 Clients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Projected Gross Margin: 80% Gross Margin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YEAR 2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$2,800,000 ARR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Active Merchant Sites: 6,000 Clients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Projected Gross Margin: 83% Gross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45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YEAR 3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$9,500,000 ARR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Active Merchant Sites: 20,000 Clients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Projected Gross Margin: 85% Gross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79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📊 ARPU (Annual Rev Per User)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$420 / year — Blend of Starter &amp; Growth plans + setup 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39"/>
            <a:ext cx="52578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40479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🎯 CAC (Acquisition Cost)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$85 / merchant — Optimized digital marketing &amp; local partners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79"/>
            <a:ext cx="52578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19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💎 LTV (Lifetime Value)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$1,400+ — Based on 3.3+ Year average customer retention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983479"/>
            <a:ext cx="52578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74919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📉 Net Monthly Churn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&lt; 1.8% — High lock-in due to website centrality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09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Join Us in Powering Local 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🚀 INVESTOR &amp; PARTNER OPPORTUNITY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We are accelerating expansion across Tier-2 &amp; Tier-3 regional markets.</a:t>
            </a:r>
          </a:p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Seed Funding Round: Raising $1.5M for automated platform scaling &amp; marketing.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Strategic Partnerships: Aligning with merchant associations &amp; payment gateways.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Early Merchant Adopters: Exclusive pilot programs for franchise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52578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4592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📬 GET IN TOUCH WITH US</a:t>
            </a:r>
          </a:p>
          <a:p/>
          <a:p>
            <a:pPr>
              <a:defRPr sz="1200" b="1">
                <a:solidFill>
                  <a:srgbClr val="F8FAFC"/>
                </a:solidFill>
              </a:defRPr>
            </a:pPr>
            <a:r>
              <a:t>🌐 Website: www.webpulselocal.com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✉️ Email: partner@webpulselocal.com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📞 Direct Phone: +1 (800) 555-WEBPULSE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📍 Headquarters: Tech Innovation Park, Suite 400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⏰ Business Hours: Mon - Sat | 9:00 AM - 7:00 PM 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